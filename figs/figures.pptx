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4C9BF3-09AD-5325-FEDC-6A428BABA1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2ED5F2F-2B98-A55B-2F5F-65C521F3DA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0494F3B-CD3B-28B8-81E2-16E999008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A8F03-3290-4AF6-8AC6-22FA34783CA4}" type="datetimeFigureOut">
              <a:rPr kumimoji="1" lang="ja-JP" altLang="en-US" smtClean="0"/>
              <a:t>2023/4/19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8FB199E-E71E-3357-943B-C7445B4FD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4EBBD6-A978-812A-CA76-39849F678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72DE3-94EE-43A2-8053-529402A4F4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6240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6C46BD-7151-17B0-2995-0BD35304E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275D2A-2E71-BAEC-13A8-B7E60AC09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490B08E-1874-488C-48D1-DE99B6F15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A8F03-3290-4AF6-8AC6-22FA34783CA4}" type="datetimeFigureOut">
              <a:rPr kumimoji="1" lang="ja-JP" altLang="en-US" smtClean="0"/>
              <a:t>2023/4/19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F4FCE33-7F0E-E8D9-8575-362BAAD45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05BFAE1-9870-F6AF-2A91-056505249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72DE3-94EE-43A2-8053-529402A4F4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9938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C34939-510D-9DD9-0755-2F05CA24B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C3E7194-BDC6-1C10-0417-89B1CA8A9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76EF092-FE3B-512F-073F-981B7B881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A8F03-3290-4AF6-8AC6-22FA34783CA4}" type="datetimeFigureOut">
              <a:rPr kumimoji="1" lang="ja-JP" altLang="en-US" smtClean="0"/>
              <a:t>2023/4/19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6439336-5068-EEDA-8693-F9AA3C86F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55A08B-DF4D-687B-8A4C-163D03F85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72DE3-94EE-43A2-8053-529402A4F4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9688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FDC831-DB6C-52E1-BB7F-867D01B17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ACB8A70-C035-C7EE-ED8F-E4AC012BD8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E792AFB-91D3-199F-FA55-EF8858806F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47554F0-503F-FE43-2CFA-E6C77300B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A8F03-3290-4AF6-8AC6-22FA34783CA4}" type="datetimeFigureOut">
              <a:rPr kumimoji="1" lang="ja-JP" altLang="en-US" smtClean="0"/>
              <a:t>2023/4/19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5AD6C75-743D-D6A1-1F8B-B1A78A6D8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4AE6C02-40B0-DFB8-155C-2D0A3D3D8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72DE3-94EE-43A2-8053-529402A4F4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7071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09939B-B1D0-2BE6-B56B-2E87F2E2F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E61E871-671E-0D6F-099D-57D854AAF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11D4BD3-C001-8F7B-346B-5839D1AEFE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53232E-366D-22F3-1BE6-C612ADA75A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304DB50-0D4D-1ADD-B93C-91A24AD29D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75E1097-DB3A-3EC6-A6C5-9697449D9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A8F03-3290-4AF6-8AC6-22FA34783CA4}" type="datetimeFigureOut">
              <a:rPr kumimoji="1" lang="ja-JP" altLang="en-US" smtClean="0"/>
              <a:t>2023/4/19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120C651-DE24-D5B9-9024-75162C7EC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79FAA7A-F7A8-1893-F114-4BD9592B6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72DE3-94EE-43A2-8053-529402A4F4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2557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68C4EC-627D-AC80-1203-68AB8D2E2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3E82D8C-4CA7-F6D3-9E26-CD94FD6D1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A8F03-3290-4AF6-8AC6-22FA34783CA4}" type="datetimeFigureOut">
              <a:rPr kumimoji="1" lang="ja-JP" altLang="en-US" smtClean="0"/>
              <a:t>2023/4/19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86406F6-69A0-0220-87FF-7E8A840B8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D8ABDA9-630E-41FD-FE51-66A3D252A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72DE3-94EE-43A2-8053-529402A4F4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5152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C425C60-C2A1-89C8-5A1C-F7C33C598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A8F03-3290-4AF6-8AC6-22FA34783CA4}" type="datetimeFigureOut">
              <a:rPr kumimoji="1" lang="ja-JP" altLang="en-US" smtClean="0"/>
              <a:t>2023/4/19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B6F4BC8-3E44-71B8-4833-099929D4C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FBC40D5-9963-5DA9-B9D9-4C50409CF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72DE3-94EE-43A2-8053-529402A4F4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4525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22447F-B50A-0D54-7719-62FAD424B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4685667-D912-7C0A-526F-EECAADDD7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7623803-5BA2-1A4A-4D10-7EB81ABA68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D619D88-18FB-53DE-431B-942AB85ED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A8F03-3290-4AF6-8AC6-22FA34783CA4}" type="datetimeFigureOut">
              <a:rPr kumimoji="1" lang="ja-JP" altLang="en-US" smtClean="0"/>
              <a:t>2023/4/19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79E440A-58AF-3D2D-5AD9-CF121B46C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115790C-432E-EB77-BC19-729A5B9F7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72DE3-94EE-43A2-8053-529402A4F4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1248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975784-C0BE-FEDE-8CEC-EF0876639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C3D7E50-F391-9E7F-D4D4-0F9CFB4DB6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2738F72-2757-BBF2-4EF4-8E142284A2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555F2ED-98AD-D5CD-DB4C-194DB4640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A8F03-3290-4AF6-8AC6-22FA34783CA4}" type="datetimeFigureOut">
              <a:rPr kumimoji="1" lang="ja-JP" altLang="en-US" smtClean="0"/>
              <a:t>2023/4/19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9A15383-9DDA-B146-95E1-4872C97AA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DCE6964-8261-EC10-CE62-F77991D40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72DE3-94EE-43A2-8053-529402A4F4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9598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B01FF8-61BA-67F6-BB83-BA96F57D0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13FF662-B413-8748-1E95-FF4BC52FD5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2224800-D386-0394-2165-4E423E40D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A8F03-3290-4AF6-8AC6-22FA34783CA4}" type="datetimeFigureOut">
              <a:rPr kumimoji="1" lang="ja-JP" altLang="en-US" smtClean="0"/>
              <a:t>2023/4/19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281E7FA-B9FF-A33D-BCC1-E380150AC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7225F3E-6A23-0F18-8D26-B734BF4BE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72DE3-94EE-43A2-8053-529402A4F4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659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5D73F11-583E-C6DE-97AC-B8D1098B3D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A8F3372-9BAE-1083-6BDE-F9B5E046C0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62EB918-2E6B-5B2A-E412-A5DE6EBAD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A8F03-3290-4AF6-8AC6-22FA34783CA4}" type="datetimeFigureOut">
              <a:rPr kumimoji="1" lang="ja-JP" altLang="en-US" smtClean="0"/>
              <a:t>2023/4/19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9C75035-61D8-0353-45E4-9F5B0BBCF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36DB33A-FC6E-960B-EF6C-DC4852709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72DE3-94EE-43A2-8053-529402A4F4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2191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88F6745-F2F5-A7CC-3240-B246B29A9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3101440-9053-E73E-D93D-FAFFD56A8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7981C1-ECBB-BC68-F810-A2318FB1A6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5A8F03-3290-4AF6-8AC6-22FA34783CA4}" type="datetimeFigureOut">
              <a:rPr kumimoji="1" lang="ja-JP" altLang="en-US" smtClean="0"/>
              <a:t>2023/4/19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E743601-DB85-620F-765C-25BC985671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AC5BB7D-0DDB-A418-F01B-7F52F350BE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972DE3-94EE-43A2-8053-529402A4F4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3382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AAA475E-9B3C-C7A1-4EB9-B4BEE92047C7}"/>
              </a:ext>
            </a:extLst>
          </p:cNvPr>
          <p:cNvSpPr/>
          <p:nvPr/>
        </p:nvSpPr>
        <p:spPr>
          <a:xfrm>
            <a:off x="1842654" y="1226127"/>
            <a:ext cx="8506691" cy="440574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8800" dirty="0">
                <a:solidFill>
                  <a:schemeClr val="tx1"/>
                </a:solidFill>
              </a:rPr>
              <a:t>大きい図</a:t>
            </a:r>
          </a:p>
        </p:txBody>
      </p:sp>
    </p:spTree>
    <p:extLst>
      <p:ext uri="{BB962C8B-B14F-4D97-AF65-F5344CB8AC3E}">
        <p14:creationId xmlns:p14="http://schemas.microsoft.com/office/powerpoint/2010/main" val="3872059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AAA475E-9B3C-C7A1-4EB9-B4BEE92047C7}"/>
              </a:ext>
            </a:extLst>
          </p:cNvPr>
          <p:cNvSpPr/>
          <p:nvPr/>
        </p:nvSpPr>
        <p:spPr>
          <a:xfrm>
            <a:off x="3761509" y="1226127"/>
            <a:ext cx="4668981" cy="440574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6000" dirty="0">
                <a:solidFill>
                  <a:schemeClr val="tx1"/>
                </a:solidFill>
              </a:rPr>
              <a:t>小さい図 </a:t>
            </a:r>
            <a:r>
              <a:rPr lang="en-US" altLang="ja-JP" sz="6000" dirty="0">
                <a:solidFill>
                  <a:schemeClr val="tx1"/>
                </a:solidFill>
              </a:rPr>
              <a:t>1</a:t>
            </a:r>
            <a:endParaRPr kumimoji="1" lang="ja-JP" altLang="en-US" sz="6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6633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AAA475E-9B3C-C7A1-4EB9-B4BEE92047C7}"/>
              </a:ext>
            </a:extLst>
          </p:cNvPr>
          <p:cNvSpPr/>
          <p:nvPr/>
        </p:nvSpPr>
        <p:spPr>
          <a:xfrm>
            <a:off x="3761509" y="1226127"/>
            <a:ext cx="4668981" cy="440574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6000" dirty="0">
                <a:solidFill>
                  <a:schemeClr val="tx1"/>
                </a:solidFill>
              </a:rPr>
              <a:t>小さい図 </a:t>
            </a:r>
            <a:r>
              <a:rPr lang="en-US" altLang="ja-JP" sz="6000" dirty="0">
                <a:solidFill>
                  <a:schemeClr val="tx1"/>
                </a:solidFill>
              </a:rPr>
              <a:t>2</a:t>
            </a:r>
            <a:endParaRPr kumimoji="1" lang="ja-JP" altLang="en-US" sz="6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5200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</Words>
  <Application>Microsoft Office PowerPoint</Application>
  <PresentationFormat>ワイド画面</PresentationFormat>
  <Paragraphs>3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Kinoshita Yuma</dc:creator>
  <cp:lastModifiedBy>Kinoshita Yuma</cp:lastModifiedBy>
  <cp:revision>1</cp:revision>
  <dcterms:created xsi:type="dcterms:W3CDTF">2023-04-19T07:10:04Z</dcterms:created>
  <dcterms:modified xsi:type="dcterms:W3CDTF">2023-04-19T07:11:34Z</dcterms:modified>
</cp:coreProperties>
</file>